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FFF"/>
    <a:srgbClr val="177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158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4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4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0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4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0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76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7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1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5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3D951-16BB-C648-83EC-6BE1089876B6}" type="datetimeFigureOut">
              <a:rPr lang="en-US" smtClean="0"/>
              <a:t>9/11/14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9CF28-2D66-A742-848F-3E43FEF0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6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10768" y="2065986"/>
            <a:ext cx="18226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rgbClr val="0F8FFF"/>
                </a:solidFill>
                <a:latin typeface="Helvetica Neue Medium"/>
              </a:rPr>
              <a:t>JH</a:t>
            </a:r>
            <a:endParaRPr lang="en-US" sz="9600" b="1" dirty="0">
              <a:solidFill>
                <a:srgbClr val="0F8FFF"/>
              </a:solidFill>
              <a:latin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4057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Hurt</dc:creator>
  <cp:lastModifiedBy>Jordan Hurt</cp:lastModifiedBy>
  <cp:revision>2</cp:revision>
  <dcterms:created xsi:type="dcterms:W3CDTF">2014-09-11T06:53:23Z</dcterms:created>
  <dcterms:modified xsi:type="dcterms:W3CDTF">2014-09-11T16:40:43Z</dcterms:modified>
</cp:coreProperties>
</file>